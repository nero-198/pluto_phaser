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昂紀 佐藤" userId="821494d98a70297a" providerId="LiveId" clId="{C2EA9503-F35F-4A7C-A651-A7BC9577E076}"/>
    <pc:docChg chg="undo custSel addSld modSld">
      <pc:chgData name="昂紀 佐藤" userId="821494d98a70297a" providerId="LiveId" clId="{C2EA9503-F35F-4A7C-A651-A7BC9577E076}" dt="2026-01-18T09:51:59.520" v="703" actId="1076"/>
      <pc:docMkLst>
        <pc:docMk/>
      </pc:docMkLst>
      <pc:sldChg chg="addSp delSp modSp new mod modClrScheme chgLayout">
        <pc:chgData name="昂紀 佐藤" userId="821494d98a70297a" providerId="LiveId" clId="{C2EA9503-F35F-4A7C-A651-A7BC9577E076}" dt="2026-01-18T09:02:44.526" v="86" actId="20577"/>
        <pc:sldMkLst>
          <pc:docMk/>
          <pc:sldMk cId="1451166445" sldId="256"/>
        </pc:sldMkLst>
        <pc:spChg chg="del">
          <ac:chgData name="昂紀 佐藤" userId="821494d98a70297a" providerId="LiveId" clId="{C2EA9503-F35F-4A7C-A651-A7BC9577E076}" dt="2026-01-18T09:02:11.133" v="1" actId="700"/>
          <ac:spMkLst>
            <pc:docMk/>
            <pc:sldMk cId="1451166445" sldId="256"/>
            <ac:spMk id="2" creationId="{FE6E912D-3B3B-A43A-5D53-6BA1F22CAABF}"/>
          </ac:spMkLst>
        </pc:spChg>
        <pc:spChg chg="del">
          <ac:chgData name="昂紀 佐藤" userId="821494d98a70297a" providerId="LiveId" clId="{C2EA9503-F35F-4A7C-A651-A7BC9577E076}" dt="2026-01-18T09:02:11.133" v="1" actId="700"/>
          <ac:spMkLst>
            <pc:docMk/>
            <pc:sldMk cId="1451166445" sldId="256"/>
            <ac:spMk id="3" creationId="{39FBCFF0-F55D-577C-89BB-6DF612640F83}"/>
          </ac:spMkLst>
        </pc:spChg>
        <pc:spChg chg="add mod">
          <ac:chgData name="昂紀 佐藤" userId="821494d98a70297a" providerId="LiveId" clId="{C2EA9503-F35F-4A7C-A651-A7BC9577E076}" dt="2026-01-18T09:02:37.469" v="72" actId="27636"/>
          <ac:spMkLst>
            <pc:docMk/>
            <pc:sldMk cId="1451166445" sldId="256"/>
            <ac:spMk id="4" creationId="{DF20BD97-7110-D04D-5A09-5789F4EC5BE7}"/>
          </ac:spMkLst>
        </pc:spChg>
        <pc:spChg chg="add mod">
          <ac:chgData name="昂紀 佐藤" userId="821494d98a70297a" providerId="LiveId" clId="{C2EA9503-F35F-4A7C-A651-A7BC9577E076}" dt="2026-01-18T09:02:44.526" v="86" actId="20577"/>
          <ac:spMkLst>
            <pc:docMk/>
            <pc:sldMk cId="1451166445" sldId="256"/>
            <ac:spMk id="5" creationId="{5BB03DE1-88AC-876C-AB4D-07F81D7D23A5}"/>
          </ac:spMkLst>
        </pc:spChg>
      </pc:sldChg>
      <pc:sldChg chg="addSp delSp modSp new mod modClrScheme chgLayout">
        <pc:chgData name="昂紀 佐藤" userId="821494d98a70297a" providerId="LiveId" clId="{C2EA9503-F35F-4A7C-A651-A7BC9577E076}" dt="2026-01-18T09:04:53.997" v="235"/>
        <pc:sldMkLst>
          <pc:docMk/>
          <pc:sldMk cId="1818025894" sldId="257"/>
        </pc:sldMkLst>
        <pc:spChg chg="del">
          <ac:chgData name="昂紀 佐藤" userId="821494d98a70297a" providerId="LiveId" clId="{C2EA9503-F35F-4A7C-A651-A7BC9577E076}" dt="2026-01-18T09:02:51.365" v="88" actId="700"/>
          <ac:spMkLst>
            <pc:docMk/>
            <pc:sldMk cId="1818025894" sldId="257"/>
            <ac:spMk id="2" creationId="{A846BE24-CE39-D710-24A7-6B3DB6CCE1E2}"/>
          </ac:spMkLst>
        </pc:spChg>
        <pc:spChg chg="del">
          <ac:chgData name="昂紀 佐藤" userId="821494d98a70297a" providerId="LiveId" clId="{C2EA9503-F35F-4A7C-A651-A7BC9577E076}" dt="2026-01-18T09:02:51.365" v="88" actId="700"/>
          <ac:spMkLst>
            <pc:docMk/>
            <pc:sldMk cId="1818025894" sldId="257"/>
            <ac:spMk id="3" creationId="{D61E2A93-0B8F-FAFC-55B9-0443DFD2EF6A}"/>
          </ac:spMkLst>
        </pc:spChg>
        <pc:spChg chg="add del mod ord">
          <ac:chgData name="昂紀 佐藤" userId="821494d98a70297a" providerId="LiveId" clId="{C2EA9503-F35F-4A7C-A651-A7BC9577E076}" dt="2026-01-18T09:03:10.267" v="107" actId="700"/>
          <ac:spMkLst>
            <pc:docMk/>
            <pc:sldMk cId="1818025894" sldId="257"/>
            <ac:spMk id="4" creationId="{1429F34D-AC09-5AB6-1AB6-88D3AA7A7201}"/>
          </ac:spMkLst>
        </pc:spChg>
        <pc:spChg chg="add mod ord">
          <ac:chgData name="昂紀 佐藤" userId="821494d98a70297a" providerId="LiveId" clId="{C2EA9503-F35F-4A7C-A651-A7BC9577E076}" dt="2026-01-18T09:03:19.191" v="147" actId="20577"/>
          <ac:spMkLst>
            <pc:docMk/>
            <pc:sldMk cId="1818025894" sldId="257"/>
            <ac:spMk id="5" creationId="{76E01C06-5B18-8F10-259C-A4DE92C836CD}"/>
          </ac:spMkLst>
        </pc:spChg>
        <pc:spChg chg="add mod ord">
          <ac:chgData name="昂紀 佐藤" userId="821494d98a70297a" providerId="LiveId" clId="{C2EA9503-F35F-4A7C-A651-A7BC9577E076}" dt="2026-01-18T09:04:53.997" v="235"/>
          <ac:spMkLst>
            <pc:docMk/>
            <pc:sldMk cId="1818025894" sldId="257"/>
            <ac:spMk id="6" creationId="{BD5DD83C-EA04-7CB2-56B2-FE6D6D1A10EC}"/>
          </ac:spMkLst>
        </pc:spChg>
        <pc:picChg chg="add mod">
          <ac:chgData name="昂紀 佐藤" userId="821494d98a70297a" providerId="LiveId" clId="{C2EA9503-F35F-4A7C-A651-A7BC9577E076}" dt="2026-01-18T09:04:38.671" v="230" actId="14100"/>
          <ac:picMkLst>
            <pc:docMk/>
            <pc:sldMk cId="1818025894" sldId="257"/>
            <ac:picMk id="1026" creationId="{E96C3832-7B59-9BFE-7A31-E0521E8B005B}"/>
          </ac:picMkLst>
        </pc:picChg>
        <pc:picChg chg="add mod">
          <ac:chgData name="昂紀 佐藤" userId="821494d98a70297a" providerId="LiveId" clId="{C2EA9503-F35F-4A7C-A651-A7BC9577E076}" dt="2026-01-18T09:04:48.428" v="234" actId="1076"/>
          <ac:picMkLst>
            <pc:docMk/>
            <pc:sldMk cId="1818025894" sldId="257"/>
            <ac:picMk id="1028" creationId="{D509D14C-BAA1-C211-EBAA-43E53DCFDA85}"/>
          </ac:picMkLst>
        </pc:picChg>
      </pc:sldChg>
      <pc:sldChg chg="addSp modSp new mod">
        <pc:chgData name="昂紀 佐藤" userId="821494d98a70297a" providerId="LiveId" clId="{C2EA9503-F35F-4A7C-A651-A7BC9577E076}" dt="2026-01-18T09:05:46.109" v="311" actId="14100"/>
        <pc:sldMkLst>
          <pc:docMk/>
          <pc:sldMk cId="1674946347" sldId="258"/>
        </pc:sldMkLst>
        <pc:spChg chg="mod">
          <ac:chgData name="昂紀 佐藤" userId="821494d98a70297a" providerId="LiveId" clId="{C2EA9503-F35F-4A7C-A651-A7BC9577E076}" dt="2026-01-18T09:05:05.157" v="257" actId="20577"/>
          <ac:spMkLst>
            <pc:docMk/>
            <pc:sldMk cId="1674946347" sldId="258"/>
            <ac:spMk id="2" creationId="{1144D72B-52EE-3063-E4A5-E2984E646007}"/>
          </ac:spMkLst>
        </pc:spChg>
        <pc:spChg chg="mod">
          <ac:chgData name="昂紀 佐藤" userId="821494d98a70297a" providerId="LiveId" clId="{C2EA9503-F35F-4A7C-A651-A7BC9577E076}" dt="2026-01-18T09:05:44.247" v="310"/>
          <ac:spMkLst>
            <pc:docMk/>
            <pc:sldMk cId="1674946347" sldId="258"/>
            <ac:spMk id="3" creationId="{86B22232-C7E7-69BE-89F8-609B9CEA95B5}"/>
          </ac:spMkLst>
        </pc:spChg>
        <pc:picChg chg="add mod">
          <ac:chgData name="昂紀 佐藤" userId="821494d98a70297a" providerId="LiveId" clId="{C2EA9503-F35F-4A7C-A651-A7BC9577E076}" dt="2026-01-18T09:05:46.109" v="311" actId="14100"/>
          <ac:picMkLst>
            <pc:docMk/>
            <pc:sldMk cId="1674946347" sldId="258"/>
            <ac:picMk id="2050" creationId="{0CAFE73D-6CD5-C28E-3CF7-12CA15CA9897}"/>
          </ac:picMkLst>
        </pc:picChg>
      </pc:sldChg>
      <pc:sldChg chg="addSp delSp modSp new mod modClrScheme chgLayout modNotesTx">
        <pc:chgData name="昂紀 佐藤" userId="821494d98a70297a" providerId="LiveId" clId="{C2EA9503-F35F-4A7C-A651-A7BC9577E076}" dt="2026-01-18T09:51:59.520" v="703" actId="1076"/>
        <pc:sldMkLst>
          <pc:docMk/>
          <pc:sldMk cId="3465581777" sldId="259"/>
        </pc:sldMkLst>
        <pc:spChg chg="del">
          <ac:chgData name="昂紀 佐藤" userId="821494d98a70297a" providerId="LiveId" clId="{C2EA9503-F35F-4A7C-A651-A7BC9577E076}" dt="2026-01-18T09:11:56.307" v="313" actId="700"/>
          <ac:spMkLst>
            <pc:docMk/>
            <pc:sldMk cId="3465581777" sldId="259"/>
            <ac:spMk id="2" creationId="{0D0233C3-8DB5-2D75-23F6-B650FB99383B}"/>
          </ac:spMkLst>
        </pc:spChg>
        <pc:spChg chg="del">
          <ac:chgData name="昂紀 佐藤" userId="821494d98a70297a" providerId="LiveId" clId="{C2EA9503-F35F-4A7C-A651-A7BC9577E076}" dt="2026-01-18T09:11:56.307" v="313" actId="700"/>
          <ac:spMkLst>
            <pc:docMk/>
            <pc:sldMk cId="3465581777" sldId="259"/>
            <ac:spMk id="3" creationId="{15B7619D-59CE-35D5-548C-1A3B0274AA58}"/>
          </ac:spMkLst>
        </pc:spChg>
        <pc:spChg chg="add mod">
          <ac:chgData name="昂紀 佐藤" userId="821494d98a70297a" providerId="LiveId" clId="{C2EA9503-F35F-4A7C-A651-A7BC9577E076}" dt="2026-01-18T09:26:02.171" v="591" actId="14100"/>
          <ac:spMkLst>
            <pc:docMk/>
            <pc:sldMk cId="3465581777" sldId="259"/>
            <ac:spMk id="4" creationId="{DA798F3F-E068-D401-07CF-90A32294AF48}"/>
          </ac:spMkLst>
        </pc:spChg>
        <pc:spChg chg="add mod">
          <ac:chgData name="昂紀 佐藤" userId="821494d98a70297a" providerId="LiveId" clId="{C2EA9503-F35F-4A7C-A651-A7BC9577E076}" dt="2026-01-18T09:13:07.257" v="345" actId="1076"/>
          <ac:spMkLst>
            <pc:docMk/>
            <pc:sldMk cId="3465581777" sldId="259"/>
            <ac:spMk id="5" creationId="{517CE506-7308-DC66-BC64-4C5E71F13084}"/>
          </ac:spMkLst>
        </pc:spChg>
        <pc:spChg chg="add del mod">
          <ac:chgData name="昂紀 佐藤" userId="821494d98a70297a" providerId="LiveId" clId="{C2EA9503-F35F-4A7C-A651-A7BC9577E076}" dt="2026-01-18T09:13:19.036" v="351" actId="11529"/>
          <ac:spMkLst>
            <pc:docMk/>
            <pc:sldMk cId="3465581777" sldId="259"/>
            <ac:spMk id="6" creationId="{40AAD8EF-B83E-9784-DE7F-07C3B4F35275}"/>
          </ac:spMkLst>
        </pc:spChg>
        <pc:spChg chg="add del mod">
          <ac:chgData name="昂紀 佐藤" userId="821494d98a70297a" providerId="LiveId" clId="{C2EA9503-F35F-4A7C-A651-A7BC9577E076}" dt="2026-01-18T09:13:39.545" v="355" actId="478"/>
          <ac:spMkLst>
            <pc:docMk/>
            <pc:sldMk cId="3465581777" sldId="259"/>
            <ac:spMk id="7" creationId="{65E9D9A4-E731-794A-EA77-CCE88EA79A6E}"/>
          </ac:spMkLst>
        </pc:spChg>
        <pc:spChg chg="add mod">
          <ac:chgData name="昂紀 佐藤" userId="821494d98a70297a" providerId="LiveId" clId="{C2EA9503-F35F-4A7C-A651-A7BC9577E076}" dt="2026-01-18T09:14:52.780" v="391" actId="164"/>
          <ac:spMkLst>
            <pc:docMk/>
            <pc:sldMk cId="3465581777" sldId="259"/>
            <ac:spMk id="8" creationId="{D624CE8C-AD5A-7DF2-0678-622F6195B704}"/>
          </ac:spMkLst>
        </pc:spChg>
        <pc:spChg chg="add mod">
          <ac:chgData name="昂紀 佐藤" userId="821494d98a70297a" providerId="LiveId" clId="{C2EA9503-F35F-4A7C-A651-A7BC9577E076}" dt="2026-01-18T09:14:52.780" v="391" actId="164"/>
          <ac:spMkLst>
            <pc:docMk/>
            <pc:sldMk cId="3465581777" sldId="259"/>
            <ac:spMk id="9" creationId="{278B2CED-36FE-BC9E-D541-B04832E07BB0}"/>
          </ac:spMkLst>
        </pc:spChg>
        <pc:spChg chg="mod">
          <ac:chgData name="昂紀 佐藤" userId="821494d98a70297a" providerId="LiveId" clId="{C2EA9503-F35F-4A7C-A651-A7BC9577E076}" dt="2026-01-18T09:14:54.082" v="392"/>
          <ac:spMkLst>
            <pc:docMk/>
            <pc:sldMk cId="3465581777" sldId="259"/>
            <ac:spMk id="12" creationId="{F0FFC525-913F-4799-217F-44AA81B88A63}"/>
          </ac:spMkLst>
        </pc:spChg>
        <pc:spChg chg="mod">
          <ac:chgData name="昂紀 佐藤" userId="821494d98a70297a" providerId="LiveId" clId="{C2EA9503-F35F-4A7C-A651-A7BC9577E076}" dt="2026-01-18T09:14:54.082" v="392"/>
          <ac:spMkLst>
            <pc:docMk/>
            <pc:sldMk cId="3465581777" sldId="259"/>
            <ac:spMk id="13" creationId="{67ABFEED-8F1A-D928-D51D-ED5B078985BB}"/>
          </ac:spMkLst>
        </pc:spChg>
        <pc:spChg chg="mod">
          <ac:chgData name="昂紀 佐藤" userId="821494d98a70297a" providerId="LiveId" clId="{C2EA9503-F35F-4A7C-A651-A7BC9577E076}" dt="2026-01-18T09:14:57.686" v="394"/>
          <ac:spMkLst>
            <pc:docMk/>
            <pc:sldMk cId="3465581777" sldId="259"/>
            <ac:spMk id="15" creationId="{F424E7D8-2D82-F06F-DCD7-1A1890D3A018}"/>
          </ac:spMkLst>
        </pc:spChg>
        <pc:spChg chg="mod">
          <ac:chgData name="昂紀 佐藤" userId="821494d98a70297a" providerId="LiveId" clId="{C2EA9503-F35F-4A7C-A651-A7BC9577E076}" dt="2026-01-18T09:14:57.686" v="394"/>
          <ac:spMkLst>
            <pc:docMk/>
            <pc:sldMk cId="3465581777" sldId="259"/>
            <ac:spMk id="16" creationId="{C3A74643-CB05-F4D4-A640-A5C010DC54D6}"/>
          </ac:spMkLst>
        </pc:spChg>
        <pc:spChg chg="mod">
          <ac:chgData name="昂紀 佐藤" userId="821494d98a70297a" providerId="LiveId" clId="{C2EA9503-F35F-4A7C-A651-A7BC9577E076}" dt="2026-01-18T09:15:02.887" v="396"/>
          <ac:spMkLst>
            <pc:docMk/>
            <pc:sldMk cId="3465581777" sldId="259"/>
            <ac:spMk id="18" creationId="{9B9EF025-D4F6-E889-3C1A-D1C7F777EF98}"/>
          </ac:spMkLst>
        </pc:spChg>
        <pc:spChg chg="mod">
          <ac:chgData name="昂紀 佐藤" userId="821494d98a70297a" providerId="LiveId" clId="{C2EA9503-F35F-4A7C-A651-A7BC9577E076}" dt="2026-01-18T09:15:02.887" v="396"/>
          <ac:spMkLst>
            <pc:docMk/>
            <pc:sldMk cId="3465581777" sldId="259"/>
            <ac:spMk id="19" creationId="{B1E58AA5-2ED2-3C61-987D-3B033BFED06D}"/>
          </ac:spMkLst>
        </pc:spChg>
        <pc:spChg chg="mod">
          <ac:chgData name="昂紀 佐藤" userId="821494d98a70297a" providerId="LiveId" clId="{C2EA9503-F35F-4A7C-A651-A7BC9577E076}" dt="2026-01-18T09:15:07.506" v="398"/>
          <ac:spMkLst>
            <pc:docMk/>
            <pc:sldMk cId="3465581777" sldId="259"/>
            <ac:spMk id="21" creationId="{62059334-9EBF-5157-B065-6402C4D65998}"/>
          </ac:spMkLst>
        </pc:spChg>
        <pc:spChg chg="mod">
          <ac:chgData name="昂紀 佐藤" userId="821494d98a70297a" providerId="LiveId" clId="{C2EA9503-F35F-4A7C-A651-A7BC9577E076}" dt="2026-01-18T09:15:07.506" v="398"/>
          <ac:spMkLst>
            <pc:docMk/>
            <pc:sldMk cId="3465581777" sldId="259"/>
            <ac:spMk id="22" creationId="{E33F8EBA-357E-F28A-6832-F2BAD3410E95}"/>
          </ac:spMkLst>
        </pc:spChg>
        <pc:spChg chg="mod">
          <ac:chgData name="昂紀 佐藤" userId="821494d98a70297a" providerId="LiveId" clId="{C2EA9503-F35F-4A7C-A651-A7BC9577E076}" dt="2026-01-18T09:15:16.890" v="400"/>
          <ac:spMkLst>
            <pc:docMk/>
            <pc:sldMk cId="3465581777" sldId="259"/>
            <ac:spMk id="24" creationId="{37790500-FC91-A61B-C176-A35154C21513}"/>
          </ac:spMkLst>
        </pc:spChg>
        <pc:spChg chg="mod">
          <ac:chgData name="昂紀 佐藤" userId="821494d98a70297a" providerId="LiveId" clId="{C2EA9503-F35F-4A7C-A651-A7BC9577E076}" dt="2026-01-18T09:15:16.890" v="400"/>
          <ac:spMkLst>
            <pc:docMk/>
            <pc:sldMk cId="3465581777" sldId="259"/>
            <ac:spMk id="25" creationId="{C3E644AC-BB0B-D90B-D7A4-232E005AA687}"/>
          </ac:spMkLst>
        </pc:spChg>
        <pc:spChg chg="mod">
          <ac:chgData name="昂紀 佐藤" userId="821494d98a70297a" providerId="LiveId" clId="{C2EA9503-F35F-4A7C-A651-A7BC9577E076}" dt="2026-01-18T09:15:20.806" v="402"/>
          <ac:spMkLst>
            <pc:docMk/>
            <pc:sldMk cId="3465581777" sldId="259"/>
            <ac:spMk id="27" creationId="{DFE917ED-0228-EC68-D0C9-34B49FB25C65}"/>
          </ac:spMkLst>
        </pc:spChg>
        <pc:spChg chg="mod">
          <ac:chgData name="昂紀 佐藤" userId="821494d98a70297a" providerId="LiveId" clId="{C2EA9503-F35F-4A7C-A651-A7BC9577E076}" dt="2026-01-18T09:15:20.806" v="402"/>
          <ac:spMkLst>
            <pc:docMk/>
            <pc:sldMk cId="3465581777" sldId="259"/>
            <ac:spMk id="28" creationId="{3B5F887D-CF9D-4EDF-17DF-62D0309CC3F5}"/>
          </ac:spMkLst>
        </pc:spChg>
        <pc:spChg chg="mod">
          <ac:chgData name="昂紀 佐藤" userId="821494d98a70297a" providerId="LiveId" clId="{C2EA9503-F35F-4A7C-A651-A7BC9577E076}" dt="2026-01-18T09:15:26.701" v="404"/>
          <ac:spMkLst>
            <pc:docMk/>
            <pc:sldMk cId="3465581777" sldId="259"/>
            <ac:spMk id="30" creationId="{29DD1911-13B1-A77D-2A84-712594FE1208}"/>
          </ac:spMkLst>
        </pc:spChg>
        <pc:spChg chg="mod">
          <ac:chgData name="昂紀 佐藤" userId="821494d98a70297a" providerId="LiveId" clId="{C2EA9503-F35F-4A7C-A651-A7BC9577E076}" dt="2026-01-18T09:15:26.701" v="404"/>
          <ac:spMkLst>
            <pc:docMk/>
            <pc:sldMk cId="3465581777" sldId="259"/>
            <ac:spMk id="31" creationId="{39E267F3-F23C-8CA1-2C42-C997986EE0AB}"/>
          </ac:spMkLst>
        </pc:spChg>
        <pc:spChg chg="add mod">
          <ac:chgData name="昂紀 佐藤" userId="821494d98a70297a" providerId="LiveId" clId="{C2EA9503-F35F-4A7C-A651-A7BC9577E076}" dt="2026-01-18T09:23:51.665" v="533" actId="1076"/>
          <ac:spMkLst>
            <pc:docMk/>
            <pc:sldMk cId="3465581777" sldId="259"/>
            <ac:spMk id="32" creationId="{CC1D33C8-1731-EC7B-83B9-08C9F6A210FA}"/>
          </ac:spMkLst>
        </pc:spChg>
        <pc:spChg chg="add mod">
          <ac:chgData name="昂紀 佐藤" userId="821494d98a70297a" providerId="LiveId" clId="{C2EA9503-F35F-4A7C-A651-A7BC9577E076}" dt="2026-01-18T09:21:06.889" v="513" actId="1076"/>
          <ac:spMkLst>
            <pc:docMk/>
            <pc:sldMk cId="3465581777" sldId="259"/>
            <ac:spMk id="33" creationId="{5036726D-9662-EE73-CF18-C6CE64D08325}"/>
          </ac:spMkLst>
        </pc:spChg>
        <pc:spChg chg="add mod">
          <ac:chgData name="昂紀 佐藤" userId="821494d98a70297a" providerId="LiveId" clId="{C2EA9503-F35F-4A7C-A651-A7BC9577E076}" dt="2026-01-18T09:21:02.568" v="512" actId="1076"/>
          <ac:spMkLst>
            <pc:docMk/>
            <pc:sldMk cId="3465581777" sldId="259"/>
            <ac:spMk id="34" creationId="{E0CE2C6E-2235-3927-22B4-A1D8DCACBB6B}"/>
          </ac:spMkLst>
        </pc:spChg>
        <pc:spChg chg="add mod">
          <ac:chgData name="昂紀 佐藤" userId="821494d98a70297a" providerId="LiveId" clId="{C2EA9503-F35F-4A7C-A651-A7BC9577E076}" dt="2026-01-18T09:21:18.180" v="516" actId="1076"/>
          <ac:spMkLst>
            <pc:docMk/>
            <pc:sldMk cId="3465581777" sldId="259"/>
            <ac:spMk id="35" creationId="{3030C7EA-698E-B7EA-B425-CAEF23F58463}"/>
          </ac:spMkLst>
        </pc:spChg>
        <pc:spChg chg="add mod">
          <ac:chgData name="昂紀 佐藤" userId="821494d98a70297a" providerId="LiveId" clId="{C2EA9503-F35F-4A7C-A651-A7BC9577E076}" dt="2026-01-18T09:21:30" v="518" actId="1076"/>
          <ac:spMkLst>
            <pc:docMk/>
            <pc:sldMk cId="3465581777" sldId="259"/>
            <ac:spMk id="36" creationId="{30A0F620-A51F-01CE-CF85-1E7FC4B7CC12}"/>
          </ac:spMkLst>
        </pc:spChg>
        <pc:spChg chg="add mod">
          <ac:chgData name="昂紀 佐藤" userId="821494d98a70297a" providerId="LiveId" clId="{C2EA9503-F35F-4A7C-A651-A7BC9577E076}" dt="2026-01-18T09:21:40.810" v="521" actId="1076"/>
          <ac:spMkLst>
            <pc:docMk/>
            <pc:sldMk cId="3465581777" sldId="259"/>
            <ac:spMk id="37" creationId="{C0FCE258-2C3A-7A7F-A9B3-2FC01A208CF2}"/>
          </ac:spMkLst>
        </pc:spChg>
        <pc:spChg chg="add mod">
          <ac:chgData name="昂紀 佐藤" userId="821494d98a70297a" providerId="LiveId" clId="{C2EA9503-F35F-4A7C-A651-A7BC9577E076}" dt="2026-01-18T09:23:17.574" v="525" actId="1076"/>
          <ac:spMkLst>
            <pc:docMk/>
            <pc:sldMk cId="3465581777" sldId="259"/>
            <ac:spMk id="38" creationId="{49EC900C-2A5A-B43C-5943-E53445688CED}"/>
          </ac:spMkLst>
        </pc:spChg>
        <pc:spChg chg="add mod">
          <ac:chgData name="昂紀 佐藤" userId="821494d98a70297a" providerId="LiveId" clId="{C2EA9503-F35F-4A7C-A651-A7BC9577E076}" dt="2026-01-18T09:23:33.524" v="529" actId="1076"/>
          <ac:spMkLst>
            <pc:docMk/>
            <pc:sldMk cId="3465581777" sldId="259"/>
            <ac:spMk id="39" creationId="{2CCF452A-8A8A-B0D2-7AB2-2D2F445ABBB5}"/>
          </ac:spMkLst>
        </pc:spChg>
        <pc:spChg chg="add mod">
          <ac:chgData name="昂紀 佐藤" userId="821494d98a70297a" providerId="LiveId" clId="{C2EA9503-F35F-4A7C-A651-A7BC9577E076}" dt="2026-01-18T09:20:35.666" v="504" actId="164"/>
          <ac:spMkLst>
            <pc:docMk/>
            <pc:sldMk cId="3465581777" sldId="259"/>
            <ac:spMk id="40" creationId="{8635C8AB-2045-71B8-7CEE-CAD3F8F461B1}"/>
          </ac:spMkLst>
        </pc:spChg>
        <pc:spChg chg="mod">
          <ac:chgData name="昂紀 佐藤" userId="821494d98a70297a" providerId="LiveId" clId="{C2EA9503-F35F-4A7C-A651-A7BC9577E076}" dt="2026-01-18T09:20:40.117" v="506"/>
          <ac:spMkLst>
            <pc:docMk/>
            <pc:sldMk cId="3465581777" sldId="259"/>
            <ac:spMk id="47" creationId="{22AA1A1F-00CD-0A1C-F653-76EDA4248591}"/>
          </ac:spMkLst>
        </pc:spChg>
        <pc:spChg chg="mod">
          <ac:chgData name="昂紀 佐藤" userId="821494d98a70297a" providerId="LiveId" clId="{C2EA9503-F35F-4A7C-A651-A7BC9577E076}" dt="2026-01-18T09:20:44.659" v="508"/>
          <ac:spMkLst>
            <pc:docMk/>
            <pc:sldMk cId="3465581777" sldId="259"/>
            <ac:spMk id="50" creationId="{C4C13CBE-AC95-B8D0-2C93-6E2F87C1FA52}"/>
          </ac:spMkLst>
        </pc:spChg>
        <pc:spChg chg="mod">
          <ac:chgData name="昂紀 佐藤" userId="821494d98a70297a" providerId="LiveId" clId="{C2EA9503-F35F-4A7C-A651-A7BC9577E076}" dt="2026-01-18T09:21:09.250" v="514"/>
          <ac:spMkLst>
            <pc:docMk/>
            <pc:sldMk cId="3465581777" sldId="259"/>
            <ac:spMk id="53" creationId="{E05BF5EC-9B94-EF9C-9A35-3811477F71A1}"/>
          </ac:spMkLst>
        </pc:spChg>
        <pc:spChg chg="mod">
          <ac:chgData name="昂紀 佐藤" userId="821494d98a70297a" providerId="LiveId" clId="{C2EA9503-F35F-4A7C-A651-A7BC9577E076}" dt="2026-01-18T09:21:31.583" v="519"/>
          <ac:spMkLst>
            <pc:docMk/>
            <pc:sldMk cId="3465581777" sldId="259"/>
            <ac:spMk id="56" creationId="{E2734C05-9672-A84E-4FFA-A3006262899D}"/>
          </ac:spMkLst>
        </pc:spChg>
        <pc:spChg chg="mod">
          <ac:chgData name="昂紀 佐藤" userId="821494d98a70297a" providerId="LiveId" clId="{C2EA9503-F35F-4A7C-A651-A7BC9577E076}" dt="2026-01-18T09:23:02.426" v="522"/>
          <ac:spMkLst>
            <pc:docMk/>
            <pc:sldMk cId="3465581777" sldId="259"/>
            <ac:spMk id="59" creationId="{B8718F7D-E112-252B-6DD4-B77FD925CB58}"/>
          </ac:spMkLst>
        </pc:spChg>
        <pc:spChg chg="mod">
          <ac:chgData name="昂紀 佐藤" userId="821494d98a70297a" providerId="LiveId" clId="{C2EA9503-F35F-4A7C-A651-A7BC9577E076}" dt="2026-01-18T09:23:20.064" v="526"/>
          <ac:spMkLst>
            <pc:docMk/>
            <pc:sldMk cId="3465581777" sldId="259"/>
            <ac:spMk id="62" creationId="{E780728C-B356-4237-2A06-C1014E2E95C1}"/>
          </ac:spMkLst>
        </pc:spChg>
        <pc:spChg chg="mod">
          <ac:chgData name="昂紀 佐藤" userId="821494d98a70297a" providerId="LiveId" clId="{C2EA9503-F35F-4A7C-A651-A7BC9577E076}" dt="2026-01-18T09:23:34.910" v="530"/>
          <ac:spMkLst>
            <pc:docMk/>
            <pc:sldMk cId="3465581777" sldId="259"/>
            <ac:spMk id="65" creationId="{4D3E2D83-5281-7DF7-9D12-A54916D5D0A4}"/>
          </ac:spMkLst>
        </pc:spChg>
        <pc:spChg chg="add mod">
          <ac:chgData name="昂紀 佐藤" userId="821494d98a70297a" providerId="LiveId" clId="{C2EA9503-F35F-4A7C-A651-A7BC9577E076}" dt="2026-01-18T09:25:31.770" v="588" actId="14100"/>
          <ac:spMkLst>
            <pc:docMk/>
            <pc:sldMk cId="3465581777" sldId="259"/>
            <ac:spMk id="66" creationId="{04376799-6D1D-9EDE-B744-D07A2C15A3B7}"/>
          </ac:spMkLst>
        </pc:spChg>
        <pc:spChg chg="add mod">
          <ac:chgData name="昂紀 佐藤" userId="821494d98a70297a" providerId="LiveId" clId="{C2EA9503-F35F-4A7C-A651-A7BC9577E076}" dt="2026-01-18T09:27:06.933" v="623" actId="1076"/>
          <ac:spMkLst>
            <pc:docMk/>
            <pc:sldMk cId="3465581777" sldId="259"/>
            <ac:spMk id="67" creationId="{10FCD636-E2A4-DD99-980A-D60A1DB1FFA2}"/>
          </ac:spMkLst>
        </pc:spChg>
        <pc:spChg chg="add mod">
          <ac:chgData name="昂紀 佐藤" userId="821494d98a70297a" providerId="LiveId" clId="{C2EA9503-F35F-4A7C-A651-A7BC9577E076}" dt="2026-01-18T09:27:13.736" v="625" actId="1076"/>
          <ac:spMkLst>
            <pc:docMk/>
            <pc:sldMk cId="3465581777" sldId="259"/>
            <ac:spMk id="68" creationId="{166CE021-BB76-07DC-98B0-474FFA48DFC3}"/>
          </ac:spMkLst>
        </pc:spChg>
        <pc:spChg chg="add mod">
          <ac:chgData name="昂紀 佐藤" userId="821494d98a70297a" providerId="LiveId" clId="{C2EA9503-F35F-4A7C-A651-A7BC9577E076}" dt="2026-01-18T09:29:25.064" v="627" actId="1076"/>
          <ac:spMkLst>
            <pc:docMk/>
            <pc:sldMk cId="3465581777" sldId="259"/>
            <ac:spMk id="69" creationId="{12A21C01-D7C2-1815-2BC7-146F9990C9CC}"/>
          </ac:spMkLst>
        </pc:spChg>
        <pc:spChg chg="add mod">
          <ac:chgData name="昂紀 佐藤" userId="821494d98a70297a" providerId="LiveId" clId="{C2EA9503-F35F-4A7C-A651-A7BC9577E076}" dt="2026-01-18T09:29:30.924" v="629" actId="1076"/>
          <ac:spMkLst>
            <pc:docMk/>
            <pc:sldMk cId="3465581777" sldId="259"/>
            <ac:spMk id="70" creationId="{CBEBD864-7AB2-E27B-2A3F-3F9940B69B30}"/>
          </ac:spMkLst>
        </pc:spChg>
        <pc:spChg chg="add mod">
          <ac:chgData name="昂紀 佐藤" userId="821494d98a70297a" providerId="LiveId" clId="{C2EA9503-F35F-4A7C-A651-A7BC9577E076}" dt="2026-01-18T09:32:06.417" v="682" actId="1076"/>
          <ac:spMkLst>
            <pc:docMk/>
            <pc:sldMk cId="3465581777" sldId="259"/>
            <ac:spMk id="108" creationId="{51BC5A10-FDAD-05C1-11CC-2FEC49D013CB}"/>
          </ac:spMkLst>
        </pc:spChg>
        <pc:spChg chg="add mod">
          <ac:chgData name="昂紀 佐藤" userId="821494d98a70297a" providerId="LiveId" clId="{C2EA9503-F35F-4A7C-A651-A7BC9577E076}" dt="2026-01-18T09:51:59.520" v="703" actId="1076"/>
          <ac:spMkLst>
            <pc:docMk/>
            <pc:sldMk cId="3465581777" sldId="259"/>
            <ac:spMk id="109" creationId="{C609D370-6849-D6EA-A511-3FD7C2BEA2D2}"/>
          </ac:spMkLst>
        </pc:spChg>
        <pc:grpChg chg="add mod">
          <ac:chgData name="昂紀 佐藤" userId="821494d98a70297a" providerId="LiveId" clId="{C2EA9503-F35F-4A7C-A651-A7BC9577E076}" dt="2026-01-18T09:24:13.027" v="537" actId="1076"/>
          <ac:grpSpMkLst>
            <pc:docMk/>
            <pc:sldMk cId="3465581777" sldId="259"/>
            <ac:grpSpMk id="10" creationId="{205777E0-F950-C594-6FDA-D005CDD2D084}"/>
          </ac:grpSpMkLst>
        </pc:grpChg>
        <pc:grpChg chg="add mod">
          <ac:chgData name="昂紀 佐藤" userId="821494d98a70297a" providerId="LiveId" clId="{C2EA9503-F35F-4A7C-A651-A7BC9577E076}" dt="2026-01-18T09:24:07.997" v="536" actId="1076"/>
          <ac:grpSpMkLst>
            <pc:docMk/>
            <pc:sldMk cId="3465581777" sldId="259"/>
            <ac:grpSpMk id="11" creationId="{E4EE3451-8E88-3110-FC7C-78E0224DDF8C}"/>
          </ac:grpSpMkLst>
        </pc:grpChg>
        <pc:grpChg chg="add mod">
          <ac:chgData name="昂紀 佐藤" userId="821494d98a70297a" providerId="LiveId" clId="{C2EA9503-F35F-4A7C-A651-A7BC9577E076}" dt="2026-01-18T09:24:02.585" v="535" actId="1076"/>
          <ac:grpSpMkLst>
            <pc:docMk/>
            <pc:sldMk cId="3465581777" sldId="259"/>
            <ac:grpSpMk id="14" creationId="{F4BBD0EA-DC1B-A4CF-1191-1CAFEAB63861}"/>
          </ac:grpSpMkLst>
        </pc:grpChg>
        <pc:grpChg chg="add mod">
          <ac:chgData name="昂紀 佐藤" userId="821494d98a70297a" providerId="LiveId" clId="{C2EA9503-F35F-4A7C-A651-A7BC9577E076}" dt="2026-01-18T09:24:19.137" v="538" actId="1076"/>
          <ac:grpSpMkLst>
            <pc:docMk/>
            <pc:sldMk cId="3465581777" sldId="259"/>
            <ac:grpSpMk id="17" creationId="{94A2318C-80E4-AF80-FB3E-FA047440BDE1}"/>
          </ac:grpSpMkLst>
        </pc:grpChg>
        <pc:grpChg chg="add mod">
          <ac:chgData name="昂紀 佐藤" userId="821494d98a70297a" providerId="LiveId" clId="{C2EA9503-F35F-4A7C-A651-A7BC9577E076}" dt="2026-01-18T09:24:23.646" v="539" actId="1076"/>
          <ac:grpSpMkLst>
            <pc:docMk/>
            <pc:sldMk cId="3465581777" sldId="259"/>
            <ac:grpSpMk id="20" creationId="{0AD2FAFC-4DAB-737F-DAD3-FA3AC3363C8A}"/>
          </ac:grpSpMkLst>
        </pc:grpChg>
        <pc:grpChg chg="add mod">
          <ac:chgData name="昂紀 佐藤" userId="821494d98a70297a" providerId="LiveId" clId="{C2EA9503-F35F-4A7C-A651-A7BC9577E076}" dt="2026-01-18T09:24:31.257" v="540" actId="1076"/>
          <ac:grpSpMkLst>
            <pc:docMk/>
            <pc:sldMk cId="3465581777" sldId="259"/>
            <ac:grpSpMk id="23" creationId="{7FFB1E6B-58A8-BC35-C968-3A976256D7B5}"/>
          </ac:grpSpMkLst>
        </pc:grpChg>
        <pc:grpChg chg="add mod">
          <ac:chgData name="昂紀 佐藤" userId="821494d98a70297a" providerId="LiveId" clId="{C2EA9503-F35F-4A7C-A651-A7BC9577E076}" dt="2026-01-18T09:24:35.267" v="541" actId="1076"/>
          <ac:grpSpMkLst>
            <pc:docMk/>
            <pc:sldMk cId="3465581777" sldId="259"/>
            <ac:grpSpMk id="26" creationId="{66FECDFB-F24D-AFDE-7771-81D522D1C8D8}"/>
          </ac:grpSpMkLst>
        </pc:grpChg>
        <pc:grpChg chg="add mod">
          <ac:chgData name="昂紀 佐藤" userId="821494d98a70297a" providerId="LiveId" clId="{C2EA9503-F35F-4A7C-A651-A7BC9577E076}" dt="2026-01-18T09:24:38.318" v="542" actId="1076"/>
          <ac:grpSpMkLst>
            <pc:docMk/>
            <pc:sldMk cId="3465581777" sldId="259"/>
            <ac:grpSpMk id="29" creationId="{ABB93A1A-63A8-7F31-02E2-69726056381F}"/>
          </ac:grpSpMkLst>
        </pc:grpChg>
        <pc:grpChg chg="add mod">
          <ac:chgData name="昂紀 佐藤" userId="821494d98a70297a" providerId="LiveId" clId="{C2EA9503-F35F-4A7C-A651-A7BC9577E076}" dt="2026-01-18T09:23:54.636" v="534" actId="1076"/>
          <ac:grpSpMkLst>
            <pc:docMk/>
            <pc:sldMk cId="3465581777" sldId="259"/>
            <ac:grpSpMk id="44" creationId="{8FE3F07A-1886-C35E-E020-F70E1111EE85}"/>
          </ac:grpSpMkLst>
        </pc:grpChg>
        <pc:grpChg chg="add mod">
          <ac:chgData name="昂紀 佐藤" userId="821494d98a70297a" providerId="LiveId" clId="{C2EA9503-F35F-4A7C-A651-A7BC9577E076}" dt="2026-01-18T09:20:43.320" v="507" actId="1076"/>
          <ac:grpSpMkLst>
            <pc:docMk/>
            <pc:sldMk cId="3465581777" sldId="259"/>
            <ac:grpSpMk id="45" creationId="{AAFCD189-C94F-4CAD-F2E5-8546AB1D814D}"/>
          </ac:grpSpMkLst>
        </pc:grpChg>
        <pc:grpChg chg="add mod">
          <ac:chgData name="昂紀 佐藤" userId="821494d98a70297a" providerId="LiveId" clId="{C2EA9503-F35F-4A7C-A651-A7BC9577E076}" dt="2026-01-18T09:20:51.651" v="509" actId="1076"/>
          <ac:grpSpMkLst>
            <pc:docMk/>
            <pc:sldMk cId="3465581777" sldId="259"/>
            <ac:grpSpMk id="48" creationId="{8DAC457B-ECAA-242E-6315-F29B4041C1AB}"/>
          </ac:grpSpMkLst>
        </pc:grpChg>
        <pc:grpChg chg="add mod">
          <ac:chgData name="昂紀 佐藤" userId="821494d98a70297a" providerId="LiveId" clId="{C2EA9503-F35F-4A7C-A651-A7BC9577E076}" dt="2026-01-18T09:21:13.223" v="515" actId="1076"/>
          <ac:grpSpMkLst>
            <pc:docMk/>
            <pc:sldMk cId="3465581777" sldId="259"/>
            <ac:grpSpMk id="51" creationId="{F51D4111-C770-876C-830C-4DFE7BD4A07C}"/>
          </ac:grpSpMkLst>
        </pc:grpChg>
        <pc:grpChg chg="add mod">
          <ac:chgData name="昂紀 佐藤" userId="821494d98a70297a" providerId="LiveId" clId="{C2EA9503-F35F-4A7C-A651-A7BC9577E076}" dt="2026-01-18T09:21:35.682" v="520" actId="1076"/>
          <ac:grpSpMkLst>
            <pc:docMk/>
            <pc:sldMk cId="3465581777" sldId="259"/>
            <ac:grpSpMk id="54" creationId="{1BAFC272-781A-53CD-FAD7-1FF52F70B987}"/>
          </ac:grpSpMkLst>
        </pc:grpChg>
        <pc:grpChg chg="add mod">
          <ac:chgData name="昂紀 佐藤" userId="821494d98a70297a" providerId="LiveId" clId="{C2EA9503-F35F-4A7C-A651-A7BC9577E076}" dt="2026-01-18T09:23:12.045" v="524" actId="1076"/>
          <ac:grpSpMkLst>
            <pc:docMk/>
            <pc:sldMk cId="3465581777" sldId="259"/>
            <ac:grpSpMk id="57" creationId="{4EA60315-F93B-0402-A225-EAEA8B19AE45}"/>
          </ac:grpSpMkLst>
        </pc:grpChg>
        <pc:grpChg chg="add mod">
          <ac:chgData name="昂紀 佐藤" userId="821494d98a70297a" providerId="LiveId" clId="{C2EA9503-F35F-4A7C-A651-A7BC9577E076}" dt="2026-01-18T09:23:28.074" v="528" actId="1076"/>
          <ac:grpSpMkLst>
            <pc:docMk/>
            <pc:sldMk cId="3465581777" sldId="259"/>
            <ac:grpSpMk id="60" creationId="{9068D21D-776E-86B9-36E8-A76A2EF888C9}"/>
          </ac:grpSpMkLst>
        </pc:grpChg>
        <pc:grpChg chg="add mod">
          <ac:chgData name="昂紀 佐藤" userId="821494d98a70297a" providerId="LiveId" clId="{C2EA9503-F35F-4A7C-A651-A7BC9577E076}" dt="2026-01-18T09:23:37.888" v="531" actId="1076"/>
          <ac:grpSpMkLst>
            <pc:docMk/>
            <pc:sldMk cId="3465581777" sldId="259"/>
            <ac:grpSpMk id="63" creationId="{2C20E2D7-250B-74FB-FA0C-03CD13CAAEEB}"/>
          </ac:grpSpMkLst>
        </pc:grpChg>
        <pc:cxnChg chg="add mod ord">
          <ac:chgData name="昂紀 佐藤" userId="821494d98a70297a" providerId="LiveId" clId="{C2EA9503-F35F-4A7C-A651-A7BC9577E076}" dt="2026-01-18T09:20:35.666" v="504" actId="164"/>
          <ac:cxnSpMkLst>
            <pc:docMk/>
            <pc:sldMk cId="3465581777" sldId="259"/>
            <ac:cxnSpMk id="42" creationId="{89F0A4DF-39CB-5AA2-6602-869B2123D443}"/>
          </ac:cxnSpMkLst>
        </pc:cxnChg>
        <pc:cxnChg chg="mod">
          <ac:chgData name="昂紀 佐藤" userId="821494d98a70297a" providerId="LiveId" clId="{C2EA9503-F35F-4A7C-A651-A7BC9577E076}" dt="2026-01-18T09:20:40.117" v="506"/>
          <ac:cxnSpMkLst>
            <pc:docMk/>
            <pc:sldMk cId="3465581777" sldId="259"/>
            <ac:cxnSpMk id="46" creationId="{F2AAA08F-CB46-13C7-1C5C-9451C8AA7189}"/>
          </ac:cxnSpMkLst>
        </pc:cxnChg>
        <pc:cxnChg chg="mod">
          <ac:chgData name="昂紀 佐藤" userId="821494d98a70297a" providerId="LiveId" clId="{C2EA9503-F35F-4A7C-A651-A7BC9577E076}" dt="2026-01-18T09:20:44.659" v="508"/>
          <ac:cxnSpMkLst>
            <pc:docMk/>
            <pc:sldMk cId="3465581777" sldId="259"/>
            <ac:cxnSpMk id="49" creationId="{8B32DBF4-FAC1-E06A-69AC-2FFF5514F00F}"/>
          </ac:cxnSpMkLst>
        </pc:cxnChg>
        <pc:cxnChg chg="mod">
          <ac:chgData name="昂紀 佐藤" userId="821494d98a70297a" providerId="LiveId" clId="{C2EA9503-F35F-4A7C-A651-A7BC9577E076}" dt="2026-01-18T09:21:09.250" v="514"/>
          <ac:cxnSpMkLst>
            <pc:docMk/>
            <pc:sldMk cId="3465581777" sldId="259"/>
            <ac:cxnSpMk id="52" creationId="{41A08ADA-062A-DC2A-1928-A59CB0A9BC33}"/>
          </ac:cxnSpMkLst>
        </pc:cxnChg>
        <pc:cxnChg chg="mod">
          <ac:chgData name="昂紀 佐藤" userId="821494d98a70297a" providerId="LiveId" clId="{C2EA9503-F35F-4A7C-A651-A7BC9577E076}" dt="2026-01-18T09:21:31.583" v="519"/>
          <ac:cxnSpMkLst>
            <pc:docMk/>
            <pc:sldMk cId="3465581777" sldId="259"/>
            <ac:cxnSpMk id="55" creationId="{724D7BC8-F6E2-09F1-F86F-08A6965B6453}"/>
          </ac:cxnSpMkLst>
        </pc:cxnChg>
        <pc:cxnChg chg="mod">
          <ac:chgData name="昂紀 佐藤" userId="821494d98a70297a" providerId="LiveId" clId="{C2EA9503-F35F-4A7C-A651-A7BC9577E076}" dt="2026-01-18T09:23:02.426" v="522"/>
          <ac:cxnSpMkLst>
            <pc:docMk/>
            <pc:sldMk cId="3465581777" sldId="259"/>
            <ac:cxnSpMk id="58" creationId="{EF49BE44-B32A-D84E-D14F-D5638BD9B5DD}"/>
          </ac:cxnSpMkLst>
        </pc:cxnChg>
        <pc:cxnChg chg="mod">
          <ac:chgData name="昂紀 佐藤" userId="821494d98a70297a" providerId="LiveId" clId="{C2EA9503-F35F-4A7C-A651-A7BC9577E076}" dt="2026-01-18T09:23:20.064" v="526"/>
          <ac:cxnSpMkLst>
            <pc:docMk/>
            <pc:sldMk cId="3465581777" sldId="259"/>
            <ac:cxnSpMk id="61" creationId="{ABC43AB1-4476-E195-255B-DEB2A8AD447F}"/>
          </ac:cxnSpMkLst>
        </pc:cxnChg>
        <pc:cxnChg chg="mod">
          <ac:chgData name="昂紀 佐藤" userId="821494d98a70297a" providerId="LiveId" clId="{C2EA9503-F35F-4A7C-A651-A7BC9577E076}" dt="2026-01-18T09:23:34.910" v="530"/>
          <ac:cxnSpMkLst>
            <pc:docMk/>
            <pc:sldMk cId="3465581777" sldId="259"/>
            <ac:cxnSpMk id="64" creationId="{E2DEA6E0-A2FE-7BCC-99E4-5D0B8D9038E4}"/>
          </ac:cxnSpMkLst>
        </pc:cxnChg>
        <pc:cxnChg chg="add del mod">
          <ac:chgData name="昂紀 佐藤" userId="821494d98a70297a" providerId="LiveId" clId="{C2EA9503-F35F-4A7C-A651-A7BC9577E076}" dt="2026-01-18T09:29:39.983" v="632" actId="478"/>
          <ac:cxnSpMkLst>
            <pc:docMk/>
            <pc:sldMk cId="3465581777" sldId="259"/>
            <ac:cxnSpMk id="72" creationId="{F274E472-21B3-528B-B507-CB1090D2180E}"/>
          </ac:cxnSpMkLst>
        </pc:cxnChg>
        <pc:cxnChg chg="add mod">
          <ac:chgData name="昂紀 佐藤" userId="821494d98a70297a" providerId="LiveId" clId="{C2EA9503-F35F-4A7C-A651-A7BC9577E076}" dt="2026-01-18T09:30:02.934" v="636"/>
          <ac:cxnSpMkLst>
            <pc:docMk/>
            <pc:sldMk cId="3465581777" sldId="259"/>
            <ac:cxnSpMk id="74" creationId="{11BFB9AB-A0A3-5A27-5E9E-9499CEB4A508}"/>
          </ac:cxnSpMkLst>
        </pc:cxnChg>
        <pc:cxnChg chg="add">
          <ac:chgData name="昂紀 佐藤" userId="821494d98a70297a" providerId="LiveId" clId="{C2EA9503-F35F-4A7C-A651-A7BC9577E076}" dt="2026-01-18T09:30:10.033" v="637" actId="11529"/>
          <ac:cxnSpMkLst>
            <pc:docMk/>
            <pc:sldMk cId="3465581777" sldId="259"/>
            <ac:cxnSpMk id="76" creationId="{E5969B9E-DAFE-AD4E-FB41-BF581C8AEB6B}"/>
          </ac:cxnSpMkLst>
        </pc:cxnChg>
        <pc:cxnChg chg="add">
          <ac:chgData name="昂紀 佐藤" userId="821494d98a70297a" providerId="LiveId" clId="{C2EA9503-F35F-4A7C-A651-A7BC9577E076}" dt="2026-01-18T09:30:19.833" v="638" actId="11529"/>
          <ac:cxnSpMkLst>
            <pc:docMk/>
            <pc:sldMk cId="3465581777" sldId="259"/>
            <ac:cxnSpMk id="78" creationId="{560BD301-0971-DCF4-347A-CB8AABD642B2}"/>
          </ac:cxnSpMkLst>
        </pc:cxnChg>
        <pc:cxnChg chg="add">
          <ac:chgData name="昂紀 佐藤" userId="821494d98a70297a" providerId="LiveId" clId="{C2EA9503-F35F-4A7C-A651-A7BC9577E076}" dt="2026-01-18T09:30:25.793" v="639" actId="11529"/>
          <ac:cxnSpMkLst>
            <pc:docMk/>
            <pc:sldMk cId="3465581777" sldId="259"/>
            <ac:cxnSpMk id="80" creationId="{FB91186A-10C2-ECC8-A322-0D2B447290A9}"/>
          </ac:cxnSpMkLst>
        </pc:cxnChg>
        <pc:cxnChg chg="add mod">
          <ac:chgData name="昂紀 佐藤" userId="821494d98a70297a" providerId="LiveId" clId="{C2EA9503-F35F-4A7C-A651-A7BC9577E076}" dt="2026-01-18T09:30:38.642" v="641" actId="14100"/>
          <ac:cxnSpMkLst>
            <pc:docMk/>
            <pc:sldMk cId="3465581777" sldId="259"/>
            <ac:cxnSpMk id="82" creationId="{3EF497CC-0A91-DD08-3F49-10C8B4345462}"/>
          </ac:cxnSpMkLst>
        </pc:cxnChg>
        <pc:cxnChg chg="add">
          <ac:chgData name="昂紀 佐藤" userId="821494d98a70297a" providerId="LiveId" clId="{C2EA9503-F35F-4A7C-A651-A7BC9577E076}" dt="2026-01-18T09:30:42.872" v="642" actId="11529"/>
          <ac:cxnSpMkLst>
            <pc:docMk/>
            <pc:sldMk cId="3465581777" sldId="259"/>
            <ac:cxnSpMk id="85" creationId="{28586462-D1A9-3601-D0DB-C79EBF9E6482}"/>
          </ac:cxnSpMkLst>
        </pc:cxnChg>
        <pc:cxnChg chg="add del mod">
          <ac:chgData name="昂紀 佐藤" userId="821494d98a70297a" providerId="LiveId" clId="{C2EA9503-F35F-4A7C-A651-A7BC9577E076}" dt="2026-01-18T09:30:47.854" v="644" actId="11529"/>
          <ac:cxnSpMkLst>
            <pc:docMk/>
            <pc:sldMk cId="3465581777" sldId="259"/>
            <ac:cxnSpMk id="87" creationId="{62AB6690-06F5-41F4-1E48-C15AE6AAA33E}"/>
          </ac:cxnSpMkLst>
        </pc:cxnChg>
        <pc:cxnChg chg="add">
          <ac:chgData name="昂紀 佐藤" userId="821494d98a70297a" providerId="LiveId" clId="{C2EA9503-F35F-4A7C-A651-A7BC9577E076}" dt="2026-01-18T09:30:51.986" v="645" actId="11529"/>
          <ac:cxnSpMkLst>
            <pc:docMk/>
            <pc:sldMk cId="3465581777" sldId="259"/>
            <ac:cxnSpMk id="89" creationId="{667CB1FD-A87B-3A61-4A69-796D1426F1BF}"/>
          </ac:cxnSpMkLst>
        </pc:cxnChg>
        <pc:cxnChg chg="add">
          <ac:chgData name="昂紀 佐藤" userId="821494d98a70297a" providerId="LiveId" clId="{C2EA9503-F35F-4A7C-A651-A7BC9577E076}" dt="2026-01-18T09:30:58.264" v="646" actId="11529"/>
          <ac:cxnSpMkLst>
            <pc:docMk/>
            <pc:sldMk cId="3465581777" sldId="259"/>
            <ac:cxnSpMk id="91" creationId="{D48E1EE7-A36F-8C16-09F7-3C1729E974AA}"/>
          </ac:cxnSpMkLst>
        </pc:cxnChg>
        <pc:cxnChg chg="add">
          <ac:chgData name="昂紀 佐藤" userId="821494d98a70297a" providerId="LiveId" clId="{C2EA9503-F35F-4A7C-A651-A7BC9577E076}" dt="2026-01-18T09:31:05.025" v="647" actId="11529"/>
          <ac:cxnSpMkLst>
            <pc:docMk/>
            <pc:sldMk cId="3465581777" sldId="259"/>
            <ac:cxnSpMk id="93" creationId="{8DC6BB7B-6F24-812F-0992-CB971E6722F8}"/>
          </ac:cxnSpMkLst>
        </pc:cxnChg>
        <pc:cxnChg chg="add">
          <ac:chgData name="昂紀 佐藤" userId="821494d98a70297a" providerId="LiveId" clId="{C2EA9503-F35F-4A7C-A651-A7BC9577E076}" dt="2026-01-18T09:31:09.686" v="648" actId="11529"/>
          <ac:cxnSpMkLst>
            <pc:docMk/>
            <pc:sldMk cId="3465581777" sldId="259"/>
            <ac:cxnSpMk id="95" creationId="{52EC458E-E0DC-09C7-B454-376D0642ECB9}"/>
          </ac:cxnSpMkLst>
        </pc:cxnChg>
        <pc:cxnChg chg="add">
          <ac:chgData name="昂紀 佐藤" userId="821494d98a70297a" providerId="LiveId" clId="{C2EA9503-F35F-4A7C-A651-A7BC9577E076}" dt="2026-01-18T09:31:14.074" v="649" actId="11529"/>
          <ac:cxnSpMkLst>
            <pc:docMk/>
            <pc:sldMk cId="3465581777" sldId="259"/>
            <ac:cxnSpMk id="97" creationId="{0CFC9D4F-5EFA-C75B-35AD-AAF632C95BEB}"/>
          </ac:cxnSpMkLst>
        </pc:cxnChg>
        <pc:cxnChg chg="add">
          <ac:chgData name="昂紀 佐藤" userId="821494d98a70297a" providerId="LiveId" clId="{C2EA9503-F35F-4A7C-A651-A7BC9577E076}" dt="2026-01-18T09:31:18.115" v="650" actId="11529"/>
          <ac:cxnSpMkLst>
            <pc:docMk/>
            <pc:sldMk cId="3465581777" sldId="259"/>
            <ac:cxnSpMk id="99" creationId="{5F98B32F-5EC5-3667-FDBC-662137A6F0CB}"/>
          </ac:cxnSpMkLst>
        </pc:cxnChg>
        <pc:cxnChg chg="add">
          <ac:chgData name="昂紀 佐藤" userId="821494d98a70297a" providerId="LiveId" clId="{C2EA9503-F35F-4A7C-A651-A7BC9577E076}" dt="2026-01-18T09:31:22.586" v="651" actId="11529"/>
          <ac:cxnSpMkLst>
            <pc:docMk/>
            <pc:sldMk cId="3465581777" sldId="259"/>
            <ac:cxnSpMk id="101" creationId="{827E665B-E63A-88BE-8EB9-DDBD51C500BB}"/>
          </ac:cxnSpMkLst>
        </pc:cxnChg>
        <pc:cxnChg chg="add">
          <ac:chgData name="昂紀 佐藤" userId="821494d98a70297a" providerId="LiveId" clId="{C2EA9503-F35F-4A7C-A651-A7BC9577E076}" dt="2026-01-18T09:31:27.295" v="652" actId="11529"/>
          <ac:cxnSpMkLst>
            <pc:docMk/>
            <pc:sldMk cId="3465581777" sldId="259"/>
            <ac:cxnSpMk id="103" creationId="{C0B124F0-16A6-AE7C-583D-7FE99958D76A}"/>
          </ac:cxnSpMkLst>
        </pc:cxnChg>
        <pc:cxnChg chg="add">
          <ac:chgData name="昂紀 佐藤" userId="821494d98a70297a" providerId="LiveId" clId="{C2EA9503-F35F-4A7C-A651-A7BC9577E076}" dt="2026-01-18T09:31:31.086" v="653" actId="11529"/>
          <ac:cxnSpMkLst>
            <pc:docMk/>
            <pc:sldMk cId="3465581777" sldId="259"/>
            <ac:cxnSpMk id="105" creationId="{DD25B7B8-2183-C8FC-AA8B-D7A242713D4D}"/>
          </ac:cxnSpMkLst>
        </pc:cxnChg>
        <pc:cxnChg chg="add">
          <ac:chgData name="昂紀 佐藤" userId="821494d98a70297a" providerId="LiveId" clId="{C2EA9503-F35F-4A7C-A651-A7BC9577E076}" dt="2026-01-18T09:31:35.406" v="654" actId="11529"/>
          <ac:cxnSpMkLst>
            <pc:docMk/>
            <pc:sldMk cId="3465581777" sldId="259"/>
            <ac:cxnSpMk id="107" creationId="{F5756A91-CE81-6460-D9BA-966CD00A672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62943-23FB-405E-AAF9-7DE8279EB10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37B85-C812-4565-ACC5-C7F3E6BFB9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62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37B85-C812-4565-ACC5-C7F3E6BFB9D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602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6ABA24-8FFE-730E-FBD6-8AEAE6962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83A85D4-8E34-E28B-1F17-74A254EC1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5071FE-64EB-18E3-DFC0-BB310649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64332A-6F97-E99E-D9DD-D7D55C8B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BF64B3-EA6E-FB49-DC82-8B45445E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922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44E5F-AC37-2815-C0EE-F74D764E0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FF7B08-7C1F-0A54-0FB0-F9506C36A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F8B6F5-E4A8-0066-A557-9152E720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9C62E1-EF0C-733A-ED89-7CCDD1D0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B24329-823B-26DC-B7A3-19E434F1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990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CE893-10C3-98DF-93C3-8736080F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119E06-501D-07EF-05EB-4E4F9D1A5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3877FB-B27C-E91E-8758-DCD83641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DC4A9E-1D8D-6E32-F239-BD22C131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0AFA08-4D35-D8E8-9337-8FE8433B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793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45FCB-DD9F-6A8A-5BE9-8FC6C688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2BD9D6-F97A-02D6-7BAE-B32519557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9900F2-0733-202B-CB0C-22A20F5A5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A61FD8-4C9F-E9E9-A977-3B77AC50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C6CFC3-23C6-2006-6215-A1428C7F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035BFA-8662-7AF8-AF40-7BE3A44E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66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D70564-2806-E43A-E94B-F9273347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4F640F-BE5C-616A-5EE0-75889E379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4CEA95-151B-4E22-275F-86917C41D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2A39B0D-8BFB-EA45-F413-4E065DBF7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43A2573-A0F6-6100-E18C-1B394A65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174D8C-27DE-085E-576A-28128ED1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7748F6C-4CB8-8CDB-2709-3E7DF020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26C33D-ED4B-68AD-B09C-69E8AF21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807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2BD758-D3E7-6D16-B01E-4C5F0917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022966-4CD3-7E0D-D4A0-89BC1D99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AAB2C6-1EBE-AEF0-4A0B-45BDBCA9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A1261D-CFE1-6660-DFBC-E69640E5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82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80D2BE-B556-5896-2552-5D2A81B7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C46F6B-6A7E-CC31-C703-E413071E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DF0620-2212-EDA0-DDF2-90A11A18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22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D0E4AF-99B2-F2E6-4082-74B4EFD0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669F47-68E1-372F-1516-6ADAB837D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64B125-F44B-416C-6F08-2F19A7F4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110BBD-D6C6-75D3-0512-EDE090F6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6AABFA-D96E-9BFD-6E5C-B575C17D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E73B7C-7AF2-7663-A86E-DE2F439D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7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2E51F3-65C6-B71D-CD39-B9436F33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520F59-3EFC-E409-A927-2FE2E8135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532FDC-E41B-0473-C36A-8E61AF97F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6C0C8B-1103-DDE2-51EB-3D0F1C72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AAA189-FDFC-2528-B292-74F2C8FDB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66B338-C950-9996-3BE1-A7159B26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58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32ED1-BC87-21BC-14D2-2EE1402C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C0E5A5-D772-CDD1-3C22-A39AB7C27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AF4D1B-EC85-291A-4315-E8E750B2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B676E8-C18D-C782-2DF4-348BA030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3FE23D-ECF2-2D40-FE26-ADDDEE34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836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1372C2-D9EB-68E7-7A8F-075A11A00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FF1DA2-D318-1F85-7CDC-F62B08BFF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FC031-8BC4-E8C2-5520-2D88F3BB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AC74A9-B1D6-9FC6-3F08-88D9E4D8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FA21A9-F715-CAB5-AF1D-EB7BBA96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D018E80-C9BB-2485-F996-ECE0DFC4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3BD93D-09AB-E9CA-BC34-6F94F6F1F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301367-3E20-86CC-7D24-4124245AC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B105-320B-4498-9F38-628CCE6E6F52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8D5EEE-6EB9-375A-9C53-C818EC4BA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8C93B7-E722-2858-A7AA-9E3762326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4DF55-23D5-437F-AF05-2B01313272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51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F20BD97-7110-D04D-5A09-5789F4EC5B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PLUTO-</a:t>
            </a:r>
            <a:r>
              <a:rPr lang="en-US" altLang="ja-JP" dirty="0" err="1"/>
              <a:t>BeamFormer</a:t>
            </a:r>
            <a:br>
              <a:rPr lang="en-US" altLang="ja-JP" dirty="0"/>
            </a:br>
            <a:r>
              <a:rPr lang="ja-JP" altLang="en-US" dirty="0"/>
              <a:t>ブロック図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5BB03DE1-88AC-876C-AB4D-07F81D7D23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2026_01_18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116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6E01C06-5B18-8F10-259C-A4DE92C8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5DD83C-EA04-7CB2-56B2-FE6D6D1A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全体の構成は</a:t>
            </a:r>
            <a:r>
              <a:rPr lang="en-US" altLang="ja-JP" dirty="0"/>
              <a:t>ADALM-Phaser</a:t>
            </a:r>
            <a:r>
              <a:rPr lang="ja-JP" altLang="en-US" dirty="0"/>
              <a:t>を参考に作る</a:t>
            </a:r>
            <a:endParaRPr lang="en-US" altLang="ja-JP" dirty="0"/>
          </a:p>
          <a:p>
            <a:r>
              <a:rPr lang="en-US" altLang="ja-JP" dirty="0"/>
              <a:t>https://pysdr.org/content/phaser.html</a:t>
            </a:r>
            <a:endParaRPr lang="ja-JP" altLang="en-US" dirty="0"/>
          </a:p>
        </p:txBody>
      </p:sp>
      <p:pic>
        <p:nvPicPr>
          <p:cNvPr id="1028" name="Picture 4" descr="Detailed block diagram of the Phaser (CN0566)">
            <a:extLst>
              <a:ext uri="{FF2B5EF4-FFF2-40B4-BE49-F238E27FC236}">
                <a16:creationId xmlns:a16="http://schemas.microsoft.com/office/drawing/2014/main" id="{D509D14C-BAA1-C211-EBAA-43E53DCFD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265" y="3016830"/>
            <a:ext cx="6811207" cy="359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02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44D72B-52EE-3063-E4A5-E2984E64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B22232-C7E7-69BE-89F8-609B9CEA9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自作する場合の図も載っている</a:t>
            </a:r>
            <a:r>
              <a:rPr kumimoji="1" lang="en-US" altLang="ja-JP" dirty="0"/>
              <a:t>…?</a:t>
            </a:r>
          </a:p>
          <a:p>
            <a:r>
              <a:rPr lang="en-US" altLang="ja-JP" dirty="0"/>
              <a:t>https://pysdr.org/content/phaser.html</a:t>
            </a:r>
            <a:endParaRPr kumimoji="1" lang="ja-JP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AFE73D-6CD5-C28E-3CF7-12CA15CA9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262" y="3288786"/>
            <a:ext cx="6026351" cy="356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946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A798F3F-E068-D401-07CF-90A32294AF48}"/>
              </a:ext>
            </a:extLst>
          </p:cNvPr>
          <p:cNvSpPr/>
          <p:nvPr/>
        </p:nvSpPr>
        <p:spPr>
          <a:xfrm>
            <a:off x="10589705" y="577850"/>
            <a:ext cx="1162974" cy="47815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アンテナ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05777E0-F950-C594-6FDA-D005CDD2D084}"/>
              </a:ext>
            </a:extLst>
          </p:cNvPr>
          <p:cNvGrpSpPr/>
          <p:nvPr/>
        </p:nvGrpSpPr>
        <p:grpSpPr>
          <a:xfrm>
            <a:off x="9496579" y="981720"/>
            <a:ext cx="508000" cy="408373"/>
            <a:chOff x="9496579" y="969886"/>
            <a:chExt cx="508000" cy="408373"/>
          </a:xfrm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D624CE8C-AD5A-7DF2-0678-622F6195B704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78B2CED-36FE-BC9E-D541-B04832E07BB0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4EE3451-8E88-3110-FC7C-78E0224DDF8C}"/>
              </a:ext>
            </a:extLst>
          </p:cNvPr>
          <p:cNvGrpSpPr/>
          <p:nvPr/>
        </p:nvGrpSpPr>
        <p:grpSpPr>
          <a:xfrm>
            <a:off x="9496579" y="1474084"/>
            <a:ext cx="508000" cy="408373"/>
            <a:chOff x="9496579" y="969886"/>
            <a:chExt cx="508000" cy="408373"/>
          </a:xfrm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F0FFC525-913F-4799-217F-44AA81B88A63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7ABFEED-8F1A-D928-D51D-ED5B078985BB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4BBD0EA-DC1B-A4CF-1191-1CAFEAB63861}"/>
              </a:ext>
            </a:extLst>
          </p:cNvPr>
          <p:cNvGrpSpPr/>
          <p:nvPr/>
        </p:nvGrpSpPr>
        <p:grpSpPr>
          <a:xfrm>
            <a:off x="9496579" y="2013966"/>
            <a:ext cx="508000" cy="408373"/>
            <a:chOff x="9496579" y="969886"/>
            <a:chExt cx="508000" cy="408373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F424E7D8-2D82-F06F-DCD7-1A1890D3A018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C3A74643-CB05-F4D4-A640-A5C010DC54D6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94A2318C-80E4-AF80-FB3E-FA047440BDE1}"/>
              </a:ext>
            </a:extLst>
          </p:cNvPr>
          <p:cNvGrpSpPr/>
          <p:nvPr/>
        </p:nvGrpSpPr>
        <p:grpSpPr>
          <a:xfrm>
            <a:off x="9496579" y="2489665"/>
            <a:ext cx="508000" cy="408373"/>
            <a:chOff x="9496579" y="969886"/>
            <a:chExt cx="508000" cy="408373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9B9EF025-D4F6-E889-3C1A-D1C7F777EF98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1E58AA5-2ED2-3C61-987D-3B033BFED06D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AD2FAFC-4DAB-737F-DAD3-FA3AC3363C8A}"/>
              </a:ext>
            </a:extLst>
          </p:cNvPr>
          <p:cNvGrpSpPr/>
          <p:nvPr/>
        </p:nvGrpSpPr>
        <p:grpSpPr>
          <a:xfrm>
            <a:off x="9496579" y="3012937"/>
            <a:ext cx="508000" cy="408373"/>
            <a:chOff x="9496579" y="969886"/>
            <a:chExt cx="508000" cy="408373"/>
          </a:xfrm>
        </p:grpSpPr>
        <p:sp>
          <p:nvSpPr>
            <p:cNvPr id="21" name="二等辺三角形 20">
              <a:extLst>
                <a:ext uri="{FF2B5EF4-FFF2-40B4-BE49-F238E27FC236}">
                  <a16:creationId xmlns:a16="http://schemas.microsoft.com/office/drawing/2014/main" id="{62059334-9EBF-5157-B065-6402C4D65998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33F8EBA-357E-F28A-6832-F2BAD3410E95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FFB1E6B-58A8-BC35-C968-3A976256D7B5}"/>
              </a:ext>
            </a:extLst>
          </p:cNvPr>
          <p:cNvGrpSpPr/>
          <p:nvPr/>
        </p:nvGrpSpPr>
        <p:grpSpPr>
          <a:xfrm>
            <a:off x="9496579" y="3557753"/>
            <a:ext cx="508000" cy="408373"/>
            <a:chOff x="9496579" y="969886"/>
            <a:chExt cx="508000" cy="408373"/>
          </a:xfrm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37790500-FC91-A61B-C176-A35154C21513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C3E644AC-BB0B-D90B-D7A4-232E005AA687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66FECDFB-F24D-AFDE-7771-81D522D1C8D8}"/>
              </a:ext>
            </a:extLst>
          </p:cNvPr>
          <p:cNvGrpSpPr/>
          <p:nvPr/>
        </p:nvGrpSpPr>
        <p:grpSpPr>
          <a:xfrm>
            <a:off x="9496579" y="4065806"/>
            <a:ext cx="508000" cy="408373"/>
            <a:chOff x="9496579" y="969886"/>
            <a:chExt cx="508000" cy="408373"/>
          </a:xfrm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DFE917ED-0228-EC68-D0C9-34B49FB25C65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3B5F887D-CF9D-4EDF-17DF-62D0309CC3F5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BB93A1A-63A8-7F31-02E2-69726056381F}"/>
              </a:ext>
            </a:extLst>
          </p:cNvPr>
          <p:cNvGrpSpPr/>
          <p:nvPr/>
        </p:nvGrpSpPr>
        <p:grpSpPr>
          <a:xfrm>
            <a:off x="9496579" y="4589897"/>
            <a:ext cx="508000" cy="408373"/>
            <a:chOff x="9496579" y="969886"/>
            <a:chExt cx="508000" cy="408373"/>
          </a:xfrm>
        </p:grpSpPr>
        <p:sp>
          <p:nvSpPr>
            <p:cNvPr id="30" name="二等辺三角形 29">
              <a:extLst>
                <a:ext uri="{FF2B5EF4-FFF2-40B4-BE49-F238E27FC236}">
                  <a16:creationId xmlns:a16="http://schemas.microsoft.com/office/drawing/2014/main" id="{29DD1911-13B1-A77D-2A84-712594FE1208}"/>
                </a:ext>
              </a:extLst>
            </p:cNvPr>
            <p:cNvSpPr/>
            <p:nvPr/>
          </p:nvSpPr>
          <p:spPr>
            <a:xfrm rot="16200000">
              <a:off x="9493928" y="1000958"/>
              <a:ext cx="408373" cy="346229"/>
            </a:xfrm>
            <a:prstGeom prst="triangl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39E267F3-F23C-8CA1-2C42-C997986EE0AB}"/>
                </a:ext>
              </a:extLst>
            </p:cNvPr>
            <p:cNvSpPr txBox="1"/>
            <p:nvPr/>
          </p:nvSpPr>
          <p:spPr>
            <a:xfrm>
              <a:off x="9496579" y="1043267"/>
              <a:ext cx="508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/>
                <a:t>LNA</a:t>
              </a:r>
              <a:endParaRPr kumimoji="1" lang="ja-JP" altLang="en-US" sz="1100" dirty="0"/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C1D33C8-1731-EC7B-83B9-08C9F6A210FA}"/>
              </a:ext>
            </a:extLst>
          </p:cNvPr>
          <p:cNvSpPr/>
          <p:nvPr/>
        </p:nvSpPr>
        <p:spPr>
          <a:xfrm>
            <a:off x="8119368" y="1023657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036726D-9662-EE73-CF18-C6CE64D08325}"/>
              </a:ext>
            </a:extLst>
          </p:cNvPr>
          <p:cNvSpPr/>
          <p:nvPr/>
        </p:nvSpPr>
        <p:spPr>
          <a:xfrm>
            <a:off x="8119368" y="2052442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0CE2C6E-2235-3927-22B4-A1D8DCACBB6B}"/>
              </a:ext>
            </a:extLst>
          </p:cNvPr>
          <p:cNvSpPr/>
          <p:nvPr/>
        </p:nvSpPr>
        <p:spPr>
          <a:xfrm>
            <a:off x="8119368" y="1543046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030C7EA-698E-B7EA-B425-CAEF23F58463}"/>
              </a:ext>
            </a:extLst>
          </p:cNvPr>
          <p:cNvSpPr/>
          <p:nvPr/>
        </p:nvSpPr>
        <p:spPr>
          <a:xfrm>
            <a:off x="8119368" y="2568514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0A0F620-A51F-01CE-CF85-1E7FC4B7CC12}"/>
              </a:ext>
            </a:extLst>
          </p:cNvPr>
          <p:cNvSpPr/>
          <p:nvPr/>
        </p:nvSpPr>
        <p:spPr>
          <a:xfrm>
            <a:off x="8119368" y="3084586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C0FCE258-2C3A-7A7F-A9B3-2FC01A208CF2}"/>
              </a:ext>
            </a:extLst>
          </p:cNvPr>
          <p:cNvSpPr/>
          <p:nvPr/>
        </p:nvSpPr>
        <p:spPr>
          <a:xfrm>
            <a:off x="8119368" y="3600658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9EC900C-2A5A-B43C-5943-E53445688CED}"/>
              </a:ext>
            </a:extLst>
          </p:cNvPr>
          <p:cNvSpPr/>
          <p:nvPr/>
        </p:nvSpPr>
        <p:spPr>
          <a:xfrm>
            <a:off x="8119368" y="4116730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CCF452A-8A8A-B0D2-7AB2-2D2F445ABBB5}"/>
              </a:ext>
            </a:extLst>
          </p:cNvPr>
          <p:cNvSpPr/>
          <p:nvPr/>
        </p:nvSpPr>
        <p:spPr>
          <a:xfrm>
            <a:off x="8119368" y="4632802"/>
            <a:ext cx="685800" cy="334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Phase Shifter</a:t>
            </a:r>
            <a:endParaRPr kumimoji="1" lang="ja-JP" altLang="en-US" sz="12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8FE3F07A-1886-C35E-E020-F70E1111EE85}"/>
              </a:ext>
            </a:extLst>
          </p:cNvPr>
          <p:cNvGrpSpPr/>
          <p:nvPr/>
        </p:nvGrpSpPr>
        <p:grpSpPr>
          <a:xfrm>
            <a:off x="7174399" y="994250"/>
            <a:ext cx="347629" cy="395945"/>
            <a:chOff x="7175544" y="1012789"/>
            <a:chExt cx="347629" cy="395945"/>
          </a:xfrm>
        </p:grpSpPr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89F0A4DF-39CB-5AA2-6602-869B2123D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8635C8AB-2045-71B8-7CEE-CAD3F8F461B1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AFCD189-C94F-4CAD-F2E5-8546AB1D814D}"/>
              </a:ext>
            </a:extLst>
          </p:cNvPr>
          <p:cNvGrpSpPr/>
          <p:nvPr/>
        </p:nvGrpSpPr>
        <p:grpSpPr>
          <a:xfrm>
            <a:off x="7176944" y="1514750"/>
            <a:ext cx="347629" cy="395945"/>
            <a:chOff x="7175544" y="1012789"/>
            <a:chExt cx="347629" cy="395945"/>
          </a:xfrm>
        </p:grpSpPr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2AAA08F-CB46-13C7-1C5C-9451C8AA7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22AA1A1F-00CD-0A1C-F653-76EDA4248591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8DAC457B-ECAA-242E-6315-F29B4041C1AB}"/>
              </a:ext>
            </a:extLst>
          </p:cNvPr>
          <p:cNvGrpSpPr/>
          <p:nvPr/>
        </p:nvGrpSpPr>
        <p:grpSpPr>
          <a:xfrm>
            <a:off x="7176944" y="2026394"/>
            <a:ext cx="347629" cy="395945"/>
            <a:chOff x="7175544" y="1012789"/>
            <a:chExt cx="347629" cy="395945"/>
          </a:xfrm>
        </p:grpSpPr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8B32DBF4-FAC1-E06A-69AC-2FFF5514F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C4C13CBE-AC95-B8D0-2C93-6E2F87C1FA52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F51D4111-C770-876C-830C-4DFE7BD4A07C}"/>
              </a:ext>
            </a:extLst>
          </p:cNvPr>
          <p:cNvGrpSpPr/>
          <p:nvPr/>
        </p:nvGrpSpPr>
        <p:grpSpPr>
          <a:xfrm>
            <a:off x="7176943" y="2538038"/>
            <a:ext cx="347629" cy="395945"/>
            <a:chOff x="7175544" y="1012789"/>
            <a:chExt cx="347629" cy="395945"/>
          </a:xfrm>
        </p:grpSpPr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41A08ADA-062A-DC2A-1928-A59CB0A9BC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E05BF5EC-9B94-EF9C-9A35-3811477F71A1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1BAFC272-781A-53CD-FAD7-1FF52F70B987}"/>
              </a:ext>
            </a:extLst>
          </p:cNvPr>
          <p:cNvGrpSpPr/>
          <p:nvPr/>
        </p:nvGrpSpPr>
        <p:grpSpPr>
          <a:xfrm>
            <a:off x="7176943" y="3051240"/>
            <a:ext cx="347629" cy="395945"/>
            <a:chOff x="7175544" y="1012789"/>
            <a:chExt cx="347629" cy="395945"/>
          </a:xfrm>
        </p:grpSpPr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724D7BC8-F6E2-09F1-F86F-08A6965B6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E2734C05-9672-A84E-4FFA-A3006262899D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4EA60315-F93B-0402-A225-EAEA8B19AE45}"/>
              </a:ext>
            </a:extLst>
          </p:cNvPr>
          <p:cNvGrpSpPr/>
          <p:nvPr/>
        </p:nvGrpSpPr>
        <p:grpSpPr>
          <a:xfrm>
            <a:off x="7174400" y="3570181"/>
            <a:ext cx="347629" cy="395945"/>
            <a:chOff x="7175544" y="1012789"/>
            <a:chExt cx="347629" cy="395945"/>
          </a:xfrm>
        </p:grpSpPr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EF49BE44-B32A-D84E-D14F-D5638BD9B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B8718F7D-E112-252B-6DD4-B77FD925CB58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9068D21D-776E-86B9-36E8-A76A2EF888C9}"/>
              </a:ext>
            </a:extLst>
          </p:cNvPr>
          <p:cNvGrpSpPr/>
          <p:nvPr/>
        </p:nvGrpSpPr>
        <p:grpSpPr>
          <a:xfrm>
            <a:off x="7174399" y="4083383"/>
            <a:ext cx="347629" cy="395945"/>
            <a:chOff x="7175544" y="1012789"/>
            <a:chExt cx="347629" cy="395945"/>
          </a:xfrm>
        </p:grpSpPr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ABC43AB1-4476-E195-255B-DEB2A8AD4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E780728C-B356-4237-2A06-C1014E2E95C1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2C20E2D7-250B-74FB-FA0C-03CD13CAAEEB}"/>
              </a:ext>
            </a:extLst>
          </p:cNvPr>
          <p:cNvGrpSpPr/>
          <p:nvPr/>
        </p:nvGrpSpPr>
        <p:grpSpPr>
          <a:xfrm>
            <a:off x="7186613" y="4602325"/>
            <a:ext cx="347629" cy="395945"/>
            <a:chOff x="7175544" y="1012789"/>
            <a:chExt cx="347629" cy="395945"/>
          </a:xfrm>
        </p:grpSpPr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E2DEA6E0-A2FE-7BCC-99E4-5D0B8D903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544" y="1012789"/>
              <a:ext cx="347629" cy="39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4D3E2D83-5281-7DF7-9D12-A54916D5D0A4}"/>
                </a:ext>
              </a:extLst>
            </p:cNvPr>
            <p:cNvSpPr/>
            <p:nvPr/>
          </p:nvSpPr>
          <p:spPr>
            <a:xfrm>
              <a:off x="7175544" y="1131233"/>
              <a:ext cx="347629" cy="1590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04376799-6D1D-9EDE-B744-D07A2C15A3B7}"/>
              </a:ext>
            </a:extLst>
          </p:cNvPr>
          <p:cNvSpPr txBox="1"/>
          <p:nvPr/>
        </p:nvSpPr>
        <p:spPr>
          <a:xfrm>
            <a:off x="8017274" y="349250"/>
            <a:ext cx="8981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部品選定が</a:t>
            </a:r>
            <a:br>
              <a:rPr kumimoji="1" lang="en-US" altLang="ja-JP" sz="1100" dirty="0"/>
            </a:br>
            <a:r>
              <a:rPr kumimoji="1" lang="ja-JP" altLang="en-US" sz="1100" dirty="0"/>
              <a:t>大変かも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10FCD636-E2A4-DD99-980A-D60A1DB1FFA2}"/>
              </a:ext>
            </a:extLst>
          </p:cNvPr>
          <p:cNvSpPr/>
          <p:nvPr/>
        </p:nvSpPr>
        <p:spPr>
          <a:xfrm>
            <a:off x="5925047" y="1209222"/>
            <a:ext cx="824399" cy="452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Wilkinson</a:t>
            </a:r>
            <a:br>
              <a:rPr kumimoji="1" lang="en-US" altLang="ja-JP" sz="1100" dirty="0"/>
            </a:br>
            <a:r>
              <a:rPr kumimoji="1" lang="en-US" altLang="ja-JP" sz="1100" dirty="0"/>
              <a:t>Divider </a:t>
            </a:r>
            <a:endParaRPr kumimoji="1" lang="ja-JP" altLang="en-US" sz="11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166CE021-BB76-07DC-98B0-474FFA48DFC3}"/>
              </a:ext>
            </a:extLst>
          </p:cNvPr>
          <p:cNvSpPr/>
          <p:nvPr/>
        </p:nvSpPr>
        <p:spPr>
          <a:xfrm>
            <a:off x="5925047" y="2241592"/>
            <a:ext cx="824399" cy="452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Wilkinson</a:t>
            </a:r>
            <a:br>
              <a:rPr kumimoji="1" lang="en-US" altLang="ja-JP" sz="1100" dirty="0"/>
            </a:br>
            <a:r>
              <a:rPr kumimoji="1" lang="en-US" altLang="ja-JP" sz="1100" dirty="0"/>
              <a:t>Divider </a:t>
            </a:r>
            <a:endParaRPr kumimoji="1" lang="ja-JP" altLang="en-US" sz="1100" dirty="0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12A21C01-D7C2-1815-2BC7-146F9990C9CC}"/>
              </a:ext>
            </a:extLst>
          </p:cNvPr>
          <p:cNvSpPr/>
          <p:nvPr/>
        </p:nvSpPr>
        <p:spPr>
          <a:xfrm>
            <a:off x="5925047" y="3249212"/>
            <a:ext cx="824399" cy="452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Wilkinson</a:t>
            </a:r>
            <a:br>
              <a:rPr kumimoji="1" lang="en-US" altLang="ja-JP" sz="1100" dirty="0"/>
            </a:br>
            <a:r>
              <a:rPr kumimoji="1" lang="en-US" altLang="ja-JP" sz="1100" dirty="0"/>
              <a:t>Divider </a:t>
            </a:r>
            <a:endParaRPr kumimoji="1" lang="ja-JP" altLang="en-US" sz="1100" dirty="0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CBEBD864-7AB2-E27B-2A3F-3F9940B69B30}"/>
              </a:ext>
            </a:extLst>
          </p:cNvPr>
          <p:cNvSpPr/>
          <p:nvPr/>
        </p:nvSpPr>
        <p:spPr>
          <a:xfrm>
            <a:off x="5925047" y="4323267"/>
            <a:ext cx="824399" cy="452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Wilkinson</a:t>
            </a:r>
            <a:br>
              <a:rPr kumimoji="1" lang="en-US" altLang="ja-JP" sz="1100" dirty="0"/>
            </a:br>
            <a:r>
              <a:rPr kumimoji="1" lang="en-US" altLang="ja-JP" sz="1100" dirty="0"/>
              <a:t>Divider </a:t>
            </a:r>
            <a:endParaRPr kumimoji="1" lang="ja-JP" altLang="en-US" sz="1100" dirty="0"/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11BFB9AB-A0A3-5A27-5E9E-9499CEB4A508}"/>
              </a:ext>
            </a:extLst>
          </p:cNvPr>
          <p:cNvCxnSpPr>
            <a:stCxn id="40" idx="1"/>
          </p:cNvCxnSpPr>
          <p:nvPr/>
        </p:nvCxnSpPr>
        <p:spPr>
          <a:xfrm rot="10800000" flipV="1">
            <a:off x="6749447" y="1192223"/>
            <a:ext cx="424953" cy="124487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コネクタ: カギ線 75">
            <a:extLst>
              <a:ext uri="{FF2B5EF4-FFF2-40B4-BE49-F238E27FC236}">
                <a16:creationId xmlns:a16="http://schemas.microsoft.com/office/drawing/2014/main" id="{E5969B9E-DAFE-AD4E-FB41-BF581C8AEB6B}"/>
              </a:ext>
            </a:extLst>
          </p:cNvPr>
          <p:cNvCxnSpPr>
            <a:stCxn id="47" idx="1"/>
          </p:cNvCxnSpPr>
          <p:nvPr/>
        </p:nvCxnSpPr>
        <p:spPr>
          <a:xfrm rot="10800000">
            <a:off x="6749446" y="1543046"/>
            <a:ext cx="427498" cy="169678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560BD301-0971-DCF4-347A-CB8AABD642B2}"/>
              </a:ext>
            </a:extLst>
          </p:cNvPr>
          <p:cNvCxnSpPr>
            <a:stCxn id="50" idx="1"/>
          </p:cNvCxnSpPr>
          <p:nvPr/>
        </p:nvCxnSpPr>
        <p:spPr>
          <a:xfrm rot="10800000" flipV="1">
            <a:off x="6749446" y="2224367"/>
            <a:ext cx="427498" cy="124589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FB91186A-10C2-ECC8-A322-0D2B447290A9}"/>
              </a:ext>
            </a:extLst>
          </p:cNvPr>
          <p:cNvCxnSpPr>
            <a:stCxn id="53" idx="1"/>
          </p:cNvCxnSpPr>
          <p:nvPr/>
        </p:nvCxnSpPr>
        <p:spPr>
          <a:xfrm rot="10800000">
            <a:off x="6749447" y="2600326"/>
            <a:ext cx="427497" cy="135687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3EF497CC-0A91-DD08-3F49-10C8B4345462}"/>
              </a:ext>
            </a:extLst>
          </p:cNvPr>
          <p:cNvCxnSpPr>
            <a:cxnSpLocks/>
            <a:stCxn id="56" idx="1"/>
          </p:cNvCxnSpPr>
          <p:nvPr/>
        </p:nvCxnSpPr>
        <p:spPr>
          <a:xfrm rot="10800000" flipV="1">
            <a:off x="6748175" y="3249213"/>
            <a:ext cx="428768" cy="108595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28586462-D1A9-3601-D0DB-C79EBF9E6482}"/>
              </a:ext>
            </a:extLst>
          </p:cNvPr>
          <p:cNvCxnSpPr>
            <a:stCxn id="59" idx="1"/>
          </p:cNvCxnSpPr>
          <p:nvPr/>
        </p:nvCxnSpPr>
        <p:spPr>
          <a:xfrm rot="10800000">
            <a:off x="6748176" y="3600659"/>
            <a:ext cx="426225" cy="167497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コネクタ: カギ線 88">
            <a:extLst>
              <a:ext uri="{FF2B5EF4-FFF2-40B4-BE49-F238E27FC236}">
                <a16:creationId xmlns:a16="http://schemas.microsoft.com/office/drawing/2014/main" id="{667CB1FD-A87B-3A61-4A69-796D1426F1BF}"/>
              </a:ext>
            </a:extLst>
          </p:cNvPr>
          <p:cNvCxnSpPr>
            <a:stCxn id="62" idx="1"/>
          </p:cNvCxnSpPr>
          <p:nvPr/>
        </p:nvCxnSpPr>
        <p:spPr>
          <a:xfrm rot="10800000" flipV="1">
            <a:off x="6748175" y="4281357"/>
            <a:ext cx="426224" cy="119440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コネクタ: カギ線 90">
            <a:extLst>
              <a:ext uri="{FF2B5EF4-FFF2-40B4-BE49-F238E27FC236}">
                <a16:creationId xmlns:a16="http://schemas.microsoft.com/office/drawing/2014/main" id="{D48E1EE7-A36F-8C16-09F7-3C1729E974AA}"/>
              </a:ext>
            </a:extLst>
          </p:cNvPr>
          <p:cNvCxnSpPr>
            <a:stCxn id="65" idx="1"/>
          </p:cNvCxnSpPr>
          <p:nvPr/>
        </p:nvCxnSpPr>
        <p:spPr>
          <a:xfrm rot="10800000">
            <a:off x="6748175" y="4663279"/>
            <a:ext cx="438439" cy="137021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8DC6BB7B-6F24-812F-0992-CB971E6722F8}"/>
              </a:ext>
            </a:extLst>
          </p:cNvPr>
          <p:cNvCxnSpPr>
            <a:stCxn id="32" idx="1"/>
            <a:endCxn id="40" idx="3"/>
          </p:cNvCxnSpPr>
          <p:nvPr/>
        </p:nvCxnSpPr>
        <p:spPr>
          <a:xfrm flipH="1">
            <a:off x="7522028" y="1191153"/>
            <a:ext cx="597340" cy="107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52EC458E-E0DC-09C7-B454-376D0642ECB9}"/>
              </a:ext>
            </a:extLst>
          </p:cNvPr>
          <p:cNvCxnSpPr>
            <a:stCxn id="47" idx="3"/>
            <a:endCxn id="34" idx="1"/>
          </p:cNvCxnSpPr>
          <p:nvPr/>
        </p:nvCxnSpPr>
        <p:spPr>
          <a:xfrm flipV="1">
            <a:off x="7524573" y="1710542"/>
            <a:ext cx="594795" cy="2182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0CFC9D4F-5EFA-C75B-35AD-AAF632C95BEB}"/>
              </a:ext>
            </a:extLst>
          </p:cNvPr>
          <p:cNvCxnSpPr>
            <a:stCxn id="50" idx="3"/>
            <a:endCxn id="33" idx="1"/>
          </p:cNvCxnSpPr>
          <p:nvPr/>
        </p:nvCxnSpPr>
        <p:spPr>
          <a:xfrm flipV="1">
            <a:off x="7524573" y="2219938"/>
            <a:ext cx="594795" cy="443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5F98B32F-5EC5-3667-FDBC-662137A6F0CB}"/>
              </a:ext>
            </a:extLst>
          </p:cNvPr>
          <p:cNvCxnSpPr>
            <a:stCxn id="53" idx="3"/>
            <a:endCxn id="35" idx="1"/>
          </p:cNvCxnSpPr>
          <p:nvPr/>
        </p:nvCxnSpPr>
        <p:spPr>
          <a:xfrm flipV="1">
            <a:off x="7524572" y="2736010"/>
            <a:ext cx="594796" cy="2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827E665B-E63A-88BE-8EB9-DDBD51C500BB}"/>
              </a:ext>
            </a:extLst>
          </p:cNvPr>
          <p:cNvCxnSpPr>
            <a:stCxn id="56" idx="3"/>
            <a:endCxn id="36" idx="1"/>
          </p:cNvCxnSpPr>
          <p:nvPr/>
        </p:nvCxnSpPr>
        <p:spPr>
          <a:xfrm>
            <a:off x="7524572" y="3249214"/>
            <a:ext cx="594796" cy="286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C0B124F0-16A6-AE7C-583D-7FE99958D76A}"/>
              </a:ext>
            </a:extLst>
          </p:cNvPr>
          <p:cNvCxnSpPr>
            <a:stCxn id="59" idx="3"/>
            <a:endCxn id="37" idx="1"/>
          </p:cNvCxnSpPr>
          <p:nvPr/>
        </p:nvCxnSpPr>
        <p:spPr>
          <a:xfrm flipV="1">
            <a:off x="7522029" y="3768154"/>
            <a:ext cx="597339" cy="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DD25B7B8-2183-C8FC-AA8B-D7A242713D4D}"/>
              </a:ext>
            </a:extLst>
          </p:cNvPr>
          <p:cNvCxnSpPr>
            <a:stCxn id="62" idx="3"/>
            <a:endCxn id="38" idx="1"/>
          </p:cNvCxnSpPr>
          <p:nvPr/>
        </p:nvCxnSpPr>
        <p:spPr>
          <a:xfrm>
            <a:off x="7522028" y="4281357"/>
            <a:ext cx="597340" cy="2869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F5756A91-CE81-6460-D9BA-966CD00A6722}"/>
              </a:ext>
            </a:extLst>
          </p:cNvPr>
          <p:cNvCxnSpPr>
            <a:stCxn id="65" idx="3"/>
            <a:endCxn id="39" idx="1"/>
          </p:cNvCxnSpPr>
          <p:nvPr/>
        </p:nvCxnSpPr>
        <p:spPr>
          <a:xfrm flipV="1">
            <a:off x="7534242" y="4800298"/>
            <a:ext cx="585126" cy="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51BC5A10-FDAD-05C1-11CC-2FEC49D013CB}"/>
              </a:ext>
            </a:extLst>
          </p:cNvPr>
          <p:cNvSpPr txBox="1"/>
          <p:nvPr/>
        </p:nvSpPr>
        <p:spPr>
          <a:xfrm>
            <a:off x="7018025" y="444921"/>
            <a:ext cx="6848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VATT</a:t>
            </a:r>
            <a:r>
              <a:rPr lang="ja-JP" altLang="en-US" sz="1100" dirty="0"/>
              <a:t>も</a:t>
            </a:r>
            <a:br>
              <a:rPr lang="en-US" altLang="ja-JP" sz="1100" dirty="0"/>
            </a:br>
            <a:r>
              <a:rPr lang="ja-JP" altLang="en-US" sz="1100" dirty="0"/>
              <a:t>未定</a:t>
            </a:r>
            <a:endParaRPr kumimoji="1" lang="ja-JP" altLang="en-US" sz="1100" dirty="0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C609D370-6849-D6EA-A511-3FD7C2BEA2D2}"/>
              </a:ext>
            </a:extLst>
          </p:cNvPr>
          <p:cNvSpPr/>
          <p:nvPr/>
        </p:nvSpPr>
        <p:spPr>
          <a:xfrm>
            <a:off x="4749019" y="1718176"/>
            <a:ext cx="824399" cy="452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Wilkinson</a:t>
            </a:r>
            <a:br>
              <a:rPr kumimoji="1" lang="en-US" altLang="ja-JP" sz="1100" dirty="0"/>
            </a:br>
            <a:r>
              <a:rPr kumimoji="1" lang="en-US" altLang="ja-JP" sz="1100" dirty="0"/>
              <a:t>Divider 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6558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dirty="0" smtClean="0"/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952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98</Words>
  <Application>Microsoft Office PowerPoint</Application>
  <PresentationFormat>ワイド画面</PresentationFormat>
  <Paragraphs>33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PLUTO-BeamFormer ブロック図</vt:lpstr>
      <vt:lpstr>概要</vt:lpstr>
      <vt:lpstr>概要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昂紀 佐藤</dc:creator>
  <cp:lastModifiedBy>昂紀 佐藤</cp:lastModifiedBy>
  <cp:revision>1</cp:revision>
  <dcterms:created xsi:type="dcterms:W3CDTF">2026-01-18T09:02:04Z</dcterms:created>
  <dcterms:modified xsi:type="dcterms:W3CDTF">2026-01-18T09:53:37Z</dcterms:modified>
</cp:coreProperties>
</file>